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457200" cy="36576"/>
          </a:xfrm>
          <a:prstGeom prst="rect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868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CSC 5991  ·  Final Presentation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246888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QEM Studio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Mesh simplification with feature preservation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4754880"/>
            <a:ext cx="3200400" cy="0"/>
          </a:xfrm>
          <a:prstGeom prst="line">
            <a:avLst/>
          </a:prstGeom>
          <a:noFill/>
          <a:ln w="9525">
            <a:solidFill>
              <a:srgbClr val="5A5A5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892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Quinn Aho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  ·  MOTIVATION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single 3D model can contain hundreds of thousands of triangles.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 need cheaper versions for: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291840"/>
            <a:ext cx="0" cy="548640"/>
          </a:xfrm>
          <a:prstGeom prst="line">
            <a:avLst/>
          </a:prstGeom>
          <a:noFill/>
          <a:ln w="19050">
            <a:solidFill>
              <a:srgbClr val="A8B5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Real-time rendering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LOD in games and interactive scenes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3291840"/>
            <a:ext cx="0" cy="548640"/>
          </a:xfrm>
          <a:prstGeom prst="line">
            <a:avLst/>
          </a:prstGeom>
          <a:noFill/>
          <a:ln w="19050">
            <a:solidFill>
              <a:srgbClr val="A8B5C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Faster ray tracing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0" y="3566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Lower intersection cost per frame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206240"/>
            <a:ext cx="0" cy="548640"/>
          </a:xfrm>
          <a:prstGeom prst="line">
            <a:avLst/>
          </a:prstGeom>
          <a:noFill/>
          <a:ln w="19050">
            <a:solidFill>
              <a:srgbClr val="A8B5C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Streaming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480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Transmitting large assets over the wire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35040" y="4206240"/>
            <a:ext cx="0" cy="548640"/>
          </a:xfrm>
          <a:prstGeom prst="line">
            <a:avLst/>
          </a:prstGeom>
          <a:noFill/>
          <a:ln w="19050">
            <a:solidFill>
              <a:srgbClr val="A8B5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Simulation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17920" y="44805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Analysis pipelines that cap triangle budgets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55778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goal: fewer triangles, same shape.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31520" y="6355080"/>
            <a:ext cx="10698480" cy="0"/>
          </a:xfrm>
          <a:prstGeom prst="line">
            <a:avLst/>
          </a:prstGeom>
          <a:noFill/>
          <a:ln w="6350">
            <a:solidFill>
              <a:srgbClr val="2A2A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QEM Studio  ·  Quinn Aho  ·  CSC 5991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  ·  ALGORITHM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Quadric Error Metrics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Collapse one edge at a time. Always pick the cheapest collapse. Each vertex carries a small matrix — a quadric — that summarizes how far it has drifted from the original surface.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80160" y="320040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Compute</a:t>
            </a:r>
            <a:pPr indent="0" marL="0">
              <a:buNone/>
            </a:pPr>
            <a:r>
              <a:rPr lang="en-US" sz="14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a quadric for every vertex from its adjacent triangles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3703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370332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Predict</a:t>
            </a:r>
            <a:pPr indent="0" marL="0">
              <a:buNone/>
            </a:pPr>
            <a:r>
              <a:rPr lang="en-US" sz="14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cost of collapsing each edge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4206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Pop</a:t>
            </a:r>
            <a:pPr indent="0" marL="0">
              <a:buNone/>
            </a:pPr>
            <a:r>
              <a:rPr lang="en-US" sz="14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cheapest edge, merge its two vertices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4709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47091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Update</a:t>
            </a:r>
            <a:pPr indent="0" marL="0">
              <a:buNone/>
            </a:pPr>
            <a:r>
              <a:rPr lang="en-US" sz="14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affected neighbors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31520" y="52120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52120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Repeat</a:t>
            </a:r>
            <a:pPr indent="0" marL="0">
              <a:buNone/>
            </a:pPr>
            <a:r>
              <a:rPr lang="en-US" sz="14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until target triangle count is reached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6355080"/>
            <a:ext cx="10698480" cy="0"/>
          </a:xfrm>
          <a:prstGeom prst="line">
            <a:avLst/>
          </a:prstGeom>
          <a:noFill/>
          <a:ln w="6350">
            <a:solidFill>
              <a:srgbClr val="2A2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QEM Studio  ·  Quinn Aho  ·  CSC 5991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  ·  RECAP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I built by the mid-term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Baseline QEM pipeline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Load, collapse, output — end-to-end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88036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Priority queue with lazy invalidation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Performance upgrade over naive global recompute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Clean module boundaries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9776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Simplification core decoupled from engine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10698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CLI-driven workflow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Rendered before/after via Glint3D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5623560"/>
            <a:ext cx="10698480" cy="0"/>
          </a:xfrm>
          <a:prstGeom prst="line">
            <a:avLst/>
          </a:prstGeom>
          <a:noFill/>
          <a:ln w="6350">
            <a:solidFill>
              <a:srgbClr val="2A2A2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Working end-to-end on simple meshes. Slow on large ones. No feature awareness.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6355080"/>
            <a:ext cx="10698480" cy="0"/>
          </a:xfrm>
          <a:prstGeom prst="line">
            <a:avLst/>
          </a:prstGeom>
          <a:noFill/>
          <a:ln w="6350">
            <a:solidFill>
              <a:srgbClr val="2A2A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QEM Studio  ·  Quinn Aho  ·  CSC 5991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  ·  NEW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preservation modes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03120"/>
          <a:ext cx="1069848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743200"/>
                <a:gridCol w="4937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DEDE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Flag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DEDE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Protects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DEDE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Mechanism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5C4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preserve_boundary</a:t>
                      </a:r>
                      <a:endParaRPr lang="en-US" sz="12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DEDE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open mesh edges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8A8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penalty plane along each boundary edge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5C4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preserve_sharp_edges</a:t>
                      </a:r>
                      <a:endParaRPr lang="en-US" sz="12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DEDE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hard creases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8A8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two penalty planes per crease (line intersection)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A8B5C4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preserve_curvature</a:t>
                      </a:r>
                      <a:endParaRPr lang="en-US" sz="12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DEDE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curved regions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8A8A8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scales vertex quadrics by a bend factor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846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Plus a standalone GUI tool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5422392"/>
            <a:ext cx="73152" cy="73152"/>
          </a:xfrm>
          <a:prstGeom prst="ellipse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60120" y="5303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feature visualization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5422392"/>
            <a:ext cx="73152" cy="73152"/>
          </a:xfrm>
          <a:prstGeom prst="ellipse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5303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/ after compare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5788152"/>
            <a:ext cx="73152" cy="73152"/>
          </a:xfrm>
          <a:prstGeom prst="ellipse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5669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Split viewport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17920" y="5788152"/>
            <a:ext cx="73152" cy="73152"/>
          </a:xfrm>
          <a:prstGeom prst="ellipse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46520" y="5669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Background threading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31520" y="6355080"/>
            <a:ext cx="10698480" cy="0"/>
          </a:xfrm>
          <a:prstGeom prst="line">
            <a:avLst/>
          </a:prstGeom>
          <a:noFill/>
          <a:ln w="6350">
            <a:solidFill>
              <a:srgbClr val="2A2A2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QEM Studio  ·  Quinn Aho  ·  CSC 5991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  ·  VISUALIZATION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See what the algorithm sees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65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Overlays preview which features will be protected — before you commit to a simplification.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090672"/>
            <a:ext cx="457200" cy="228600"/>
          </a:xfrm>
          <a:prstGeom prst="rect">
            <a:avLst/>
          </a:prstGeom>
          <a:solidFill>
            <a:srgbClr val="E04545"/>
          </a:solidFill>
          <a:ln w="12700">
            <a:solidFill>
              <a:srgbClr val="E045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716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Red lines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206240" y="3017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boundary edges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867912"/>
            <a:ext cx="457200" cy="228600"/>
          </a:xfrm>
          <a:prstGeom prst="rect">
            <a:avLst/>
          </a:prstGeom>
          <a:solidFill>
            <a:srgbClr val="F39225"/>
          </a:solidFill>
          <a:ln w="12700">
            <a:solidFill>
              <a:srgbClr val="F392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3794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Orange lines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3794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sharp / crease edges (angle threshold adjustable)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45152"/>
            <a:ext cx="457200" cy="2286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Yellow dots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4572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top-N% most curved vertices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7607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Sliders update live — drag the sharp-angle threshold and watch creases appear.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6355080"/>
            <a:ext cx="10698480" cy="0"/>
          </a:xfrm>
          <a:prstGeom prst="line">
            <a:avLst/>
          </a:prstGeom>
          <a:noFill/>
          <a:ln w="6350">
            <a:solidFill>
              <a:srgbClr val="2A2A2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QEM Studio  ·  Quinn Aho  ·  CSC 5991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1887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7373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50" kern="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meshes, three behaviors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3200400" cy="0"/>
          </a:xfrm>
          <a:prstGeom prst="line">
            <a:avLst/>
          </a:prstGeom>
          <a:noFill/>
          <a:ln w="12700">
            <a:solidFill>
              <a:srgbClr val="A8B5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35661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3611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cow.obj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363931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Small organic mesh — decimate to 10%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343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bunny.obj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441655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Dense organic mesh — decimate to 10%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5120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63040" y="5166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sponza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12080" y="51937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Architectural scene — decimate to 70%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  ·  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worked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THE ALGORITHM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2679192"/>
            <a:ext cx="137160" cy="0"/>
          </a:xfrm>
          <a:prstGeom prst="line">
            <a:avLst/>
          </a:prstGeom>
          <a:noFill/>
          <a:ln w="12700">
            <a:solidFill>
              <a:srgbClr val="EDED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5146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Preservation does what the math promises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3182112"/>
            <a:ext cx="137160" cy="0"/>
          </a:xfrm>
          <a:prstGeom prst="line">
            <a:avLst/>
          </a:prstGeom>
          <a:noFill/>
          <a:ln w="12700">
            <a:solidFill>
              <a:srgbClr val="EDED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0175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Sharp edges stay sharp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685032"/>
            <a:ext cx="137160" cy="0"/>
          </a:xfrm>
          <a:prstGeom prst="line">
            <a:avLst/>
          </a:prstGeom>
          <a:noFill/>
          <a:ln w="12700">
            <a:solidFill>
              <a:srgbClr val="EDED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35204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boundaries stay fixed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4187952"/>
            <a:ext cx="137160" cy="0"/>
          </a:xfrm>
          <a:prstGeom prst="line">
            <a:avLst/>
          </a:prstGeom>
          <a:noFill/>
          <a:ln w="12700">
            <a:solidFill>
              <a:srgbClr val="EDED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023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Flat regions decimate aggressively, detail survives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210312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 THE TOOL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55080" y="2679192"/>
            <a:ext cx="137160" cy="0"/>
          </a:xfrm>
          <a:prstGeom prst="line">
            <a:avLst/>
          </a:prstGeom>
          <a:noFill/>
          <a:ln w="12700">
            <a:solidFill>
              <a:srgbClr val="EDED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5146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analysis updates while sliders move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55080" y="3182112"/>
            <a:ext cx="137160" cy="0"/>
          </a:xfrm>
          <a:prstGeom prst="line">
            <a:avLst/>
          </a:prstGeom>
          <a:noFill/>
          <a:ln w="12700">
            <a:solidFill>
              <a:srgbClr val="EDED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29400" y="301752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Background threading keeps UI responsive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55080" y="3685032"/>
            <a:ext cx="137160" cy="0"/>
          </a:xfrm>
          <a:prstGeom prst="line">
            <a:avLst/>
          </a:prstGeom>
          <a:noFill/>
          <a:ln w="12700">
            <a:solidFill>
              <a:srgbClr val="EDED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9400" y="352044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Split viewport for side-by-side compare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4187952"/>
            <a:ext cx="137160" cy="0"/>
          </a:xfrm>
          <a:prstGeom prst="line">
            <a:avLst/>
          </a:prstGeom>
          <a:noFill/>
          <a:ln w="12700">
            <a:solidFill>
              <a:srgbClr val="EDED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402336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Standalone — no engine runtime dependency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31520" y="6355080"/>
            <a:ext cx="10698480" cy="0"/>
          </a:xfrm>
          <a:prstGeom prst="line">
            <a:avLst/>
          </a:prstGeom>
          <a:noFill/>
          <a:ln w="6350">
            <a:solidFill>
              <a:srgbClr val="2A2A2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QEM Studio  ·  Quinn Aho  ·  CSC 5991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07  ·  WHAT DIDN'T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Curvature on dense meshes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OBSERVATION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Curvature awareness under-detects on high-resolution organic meshes.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36576" cy="1463040"/>
          </a:xfrm>
          <a:prstGeom prst="rect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3200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ROOT CAUSE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3520440"/>
            <a:ext cx="10424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curvature metric samples a fixed 1-ring neighborhood. On dense meshes, adjacent triangles are nearly coplanar — so the metric reads "flat" even where the underlying surface is obviously curved.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PROPOSED FIX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53492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Scale-adaptive geodesic-radius neighborhood sized to k × median edge length. Grows on dense meshes, stays small on coarse ones.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6355080"/>
            <a:ext cx="10698480" cy="0"/>
          </a:xfrm>
          <a:prstGeom prst="line">
            <a:avLst/>
          </a:prstGeom>
          <a:noFill/>
          <a:ln w="6350">
            <a:solidFill>
              <a:srgbClr val="2A2A2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QEM Studio  ·  Quinn Aho  ·  CSC 5991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08  ·  WHAT DIDN'T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performance experiment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HYPOTHESIS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31520" y="24231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Swap </a:t>
            </a:r>
            <a:pPr indent="0" marL="0">
              <a:buNone/>
            </a:pPr>
            <a:r>
              <a:rPr lang="en-US" sz="1500" dirty="0">
                <a:solidFill>
                  <a:srgbClr val="A8B5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std::map</a:t>
            </a:r>
            <a:pPr indent="0" marL="0">
              <a:buNone/>
            </a:pPr>
            <a:r>
              <a:rPr lang="en-US" sz="15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for </a:t>
            </a:r>
            <a:pPr indent="0" marL="0">
              <a:buNone/>
            </a:pPr>
            <a:r>
              <a:rPr lang="en-US" sz="1500" dirty="0">
                <a:solidFill>
                  <a:srgbClr val="A8B5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std::unordered_map</a:t>
            </a:r>
            <a:pPr indent="0" marL="0">
              <a:buNone/>
            </a:pPr>
            <a:r>
              <a:rPr lang="en-US" sz="15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expect 20-30% faster.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31546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MEASURED ON dragon.obj (870K TRIANGLES)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520440"/>
          <a:ext cx="10698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468880"/>
                <a:gridCol w="246888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DEDE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Run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DEDE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Before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DEDE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After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DEDE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Delta</a:t>
                      </a:r>
                      <a:endParaRPr lang="en-US" sz="12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DEDEC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simplify --99</a:t>
                      </a:r>
                      <a:endParaRPr lang="en-US" sz="13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DEDE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2.38 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DEDE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4.16 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A8B5C4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+75% worse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DEDEC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simplify --70</a:t>
                      </a:r>
                      <a:endParaRPr lang="en-US" sz="13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DEDE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30.73 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EDEDE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31.45 s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8A8A87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flat</a:t>
                      </a:r>
                      <a:endParaRPr lang="en-US" sz="13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2A2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0F1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731520" y="5212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REVERTED.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55321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collapse loop has enough spatial locality that std::map's tree descent beats hashed-bucket scatter on cheap-comparator keys.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520" y="6355080"/>
            <a:ext cx="10698480" cy="0"/>
          </a:xfrm>
          <a:prstGeom prst="line">
            <a:avLst/>
          </a:prstGeom>
          <a:noFill/>
          <a:ln w="6350">
            <a:solidFill>
              <a:srgbClr val="2A2A2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QEM Studio  ·  Quinn Aho  ·  CSC 5991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09  ·  DELIVERABLE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standalone GUI tool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B5C4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glint_qem_studio_gui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 runtime dependency on the Glint3D engine.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3108960"/>
            <a:ext cx="10698480" cy="0"/>
          </a:xfrm>
          <a:prstGeom prst="line">
            <a:avLst/>
          </a:prstGeom>
          <a:noFill/>
          <a:ln w="6350">
            <a:solidFill>
              <a:srgbClr val="2A2A2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4290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Viewport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Orbit camera — solid, wireframe, or both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80760" y="34290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Feature visualization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080760" y="37490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overlays for boundaries, creases, curvature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3434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Simplification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663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Background-threaded — UI stays responsive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43434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Comparison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080760" y="46634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Before / after view toggle and split compare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52578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Export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55778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Save simplified OBJ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80760" y="5257800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Samples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80760" y="5577840"/>
            <a:ext cx="5074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Cow, bunny, dragon, sponza bundled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6355080"/>
            <a:ext cx="10698480" cy="0"/>
          </a:xfrm>
          <a:prstGeom prst="line">
            <a:avLst/>
          </a:prstGeom>
          <a:noFill/>
          <a:ln w="6350">
            <a:solidFill>
              <a:srgbClr val="2A2A2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QEM Studio  ·  Quinn Aho  ·  CSC 5991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0F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 · 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10515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50" kern="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54480" y="21031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Curvature metric v2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246888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Scale-adaptive geodesic-radius neighborhood — the highest-value fix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30632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Performance revisit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342900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Vendored flat-hash-map or custom open-addressing table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233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40233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Mesh-type heuristic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43891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Auto-detect organic vs. architectural, suggest preservation defaults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4983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54480" y="49834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Vertex colors and UVs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534924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A8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Currently dropped during simplification — unlock for textured assets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6355080"/>
            <a:ext cx="10698480" cy="0"/>
          </a:xfrm>
          <a:prstGeom prst="line">
            <a:avLst/>
          </a:prstGeom>
          <a:noFill/>
          <a:ln w="6350">
            <a:solidFill>
              <a:srgbClr val="2A2A2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QEM Studio  ·  Quinn Aho  ·  CSC 5991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457200" cy="36576"/>
          </a:xfrm>
          <a:prstGeom prst="rect">
            <a:avLst/>
          </a:prstGeom>
          <a:solidFill>
            <a:srgbClr val="A8B5C4"/>
          </a:solidFill>
          <a:ln w="12700">
            <a:solidFill>
              <a:srgbClr val="A8B5C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228600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-100" kern="0" dirty="0">
                <a:solidFill>
                  <a:srgbClr val="EDEDE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4754880"/>
            <a:ext cx="3200400" cy="0"/>
          </a:xfrm>
          <a:prstGeom prst="line">
            <a:avLst/>
          </a:prstGeom>
          <a:noFill/>
          <a:ln w="9525">
            <a:solidFill>
              <a:srgbClr val="5A5A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4937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A8B5C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THE REPO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530352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docs/PRESERVATION_OBSERVATIONS.md  —  full empirical writeup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562356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docs/PERFORMANCE_ANALYSIS.md  —  profiling and the failed experiment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5943600"/>
            <a:ext cx="10698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A8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docs/BACKEND_INTERFACE_DISCUSSION.md  —  architecture rationale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QEM Studio</dc:title>
  <dc:subject>PptxGenJS Presentation</dc:subject>
  <dc:creator>Quinn Aho</dc:creator>
  <cp:lastModifiedBy>Quinn Aho</cp:lastModifiedBy>
  <cp:revision>1</cp:revision>
  <dcterms:created xsi:type="dcterms:W3CDTF">2026-04-23T02:46:41Z</dcterms:created>
  <dcterms:modified xsi:type="dcterms:W3CDTF">2026-04-23T02:46:41Z</dcterms:modified>
</cp:coreProperties>
</file>